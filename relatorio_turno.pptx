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Fechamento de Turno - Hoje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Volume Total: 0</a:t>
            </a:r>
          </a:p>
          <a:p>
            <a:r>
              <a:t>Eficiência: 0%</a:t>
            </a:r>
          </a:p>
          <a:p>
            <a:r>
              <a:t>Turno: N/A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